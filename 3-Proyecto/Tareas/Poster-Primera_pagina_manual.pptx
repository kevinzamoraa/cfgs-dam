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35999738"/>
  <p:notesSz cx="6669088" cy="9926638"/>
  <p:defaultTextStyle>
    <a:defPPr>
      <a:defRPr lang="es-ES"/>
    </a:defPPr>
    <a:lvl1pPr marL="0" algn="l" defTabSz="2937510" rtl="0" eaLnBrk="1" latinLnBrk="0" hangingPunct="1">
      <a:defRPr sz="5783" kern="1200">
        <a:solidFill>
          <a:schemeClr val="tx1"/>
        </a:solidFill>
        <a:latin typeface="+mn-lt"/>
        <a:ea typeface="+mn-ea"/>
        <a:cs typeface="+mn-cs"/>
      </a:defRPr>
    </a:lvl1pPr>
    <a:lvl2pPr marL="1468755" algn="l" defTabSz="2937510" rtl="0" eaLnBrk="1" latinLnBrk="0" hangingPunct="1">
      <a:defRPr sz="5783" kern="1200">
        <a:solidFill>
          <a:schemeClr val="tx1"/>
        </a:solidFill>
        <a:latin typeface="+mn-lt"/>
        <a:ea typeface="+mn-ea"/>
        <a:cs typeface="+mn-cs"/>
      </a:defRPr>
    </a:lvl2pPr>
    <a:lvl3pPr marL="2937510" algn="l" defTabSz="2937510" rtl="0" eaLnBrk="1" latinLnBrk="0" hangingPunct="1">
      <a:defRPr sz="5783" kern="1200">
        <a:solidFill>
          <a:schemeClr val="tx1"/>
        </a:solidFill>
        <a:latin typeface="+mn-lt"/>
        <a:ea typeface="+mn-ea"/>
        <a:cs typeface="+mn-cs"/>
      </a:defRPr>
    </a:lvl3pPr>
    <a:lvl4pPr marL="4406265" algn="l" defTabSz="2937510" rtl="0" eaLnBrk="1" latinLnBrk="0" hangingPunct="1">
      <a:defRPr sz="5783" kern="1200">
        <a:solidFill>
          <a:schemeClr val="tx1"/>
        </a:solidFill>
        <a:latin typeface="+mn-lt"/>
        <a:ea typeface="+mn-ea"/>
        <a:cs typeface="+mn-cs"/>
      </a:defRPr>
    </a:lvl4pPr>
    <a:lvl5pPr marL="5875020" algn="l" defTabSz="2937510" rtl="0" eaLnBrk="1" latinLnBrk="0" hangingPunct="1">
      <a:defRPr sz="5783" kern="1200">
        <a:solidFill>
          <a:schemeClr val="tx1"/>
        </a:solidFill>
        <a:latin typeface="+mn-lt"/>
        <a:ea typeface="+mn-ea"/>
        <a:cs typeface="+mn-cs"/>
      </a:defRPr>
    </a:lvl5pPr>
    <a:lvl6pPr marL="7343775" algn="l" defTabSz="2937510" rtl="0" eaLnBrk="1" latinLnBrk="0" hangingPunct="1">
      <a:defRPr sz="5783" kern="1200">
        <a:solidFill>
          <a:schemeClr val="tx1"/>
        </a:solidFill>
        <a:latin typeface="+mn-lt"/>
        <a:ea typeface="+mn-ea"/>
        <a:cs typeface="+mn-cs"/>
      </a:defRPr>
    </a:lvl6pPr>
    <a:lvl7pPr marL="8812530" algn="l" defTabSz="2937510" rtl="0" eaLnBrk="1" latinLnBrk="0" hangingPunct="1">
      <a:defRPr sz="5783" kern="1200">
        <a:solidFill>
          <a:schemeClr val="tx1"/>
        </a:solidFill>
        <a:latin typeface="+mn-lt"/>
        <a:ea typeface="+mn-ea"/>
        <a:cs typeface="+mn-cs"/>
      </a:defRPr>
    </a:lvl7pPr>
    <a:lvl8pPr marL="10281285" algn="l" defTabSz="2937510" rtl="0" eaLnBrk="1" latinLnBrk="0" hangingPunct="1">
      <a:defRPr sz="5783" kern="1200">
        <a:solidFill>
          <a:schemeClr val="tx1"/>
        </a:solidFill>
        <a:latin typeface="+mn-lt"/>
        <a:ea typeface="+mn-ea"/>
        <a:cs typeface="+mn-cs"/>
      </a:defRPr>
    </a:lvl8pPr>
    <a:lvl9pPr marL="11750040" algn="l" defTabSz="2937510" rtl="0" eaLnBrk="1" latinLnBrk="0" hangingPunct="1">
      <a:defRPr sz="578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1338">
          <p15:clr>
            <a:srgbClr val="A4A3A4"/>
          </p15:clr>
        </p15:guide>
        <p15:guide id="2" pos="79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987" autoAdjust="0"/>
    <p:restoredTop sz="98921" autoAdjust="0"/>
  </p:normalViewPr>
  <p:slideViewPr>
    <p:cSldViewPr snapToGrid="0">
      <p:cViewPr>
        <p:scale>
          <a:sx n="50" d="100"/>
          <a:sy n="50" d="100"/>
        </p:scale>
        <p:origin x="-162" y="-108"/>
      </p:cViewPr>
      <p:guideLst>
        <p:guide orient="horz" pos="11338"/>
        <p:guide pos="79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0546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018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758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845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4178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3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53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91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376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31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725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7BBCF-1105-4BCC-BC52-60A08BDE5682}" type="datetimeFigureOut">
              <a:rPr lang="es-ES" smtClean="0"/>
              <a:pPr/>
              <a:t>26/04/2017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4B614-0766-4A95-99FF-3C1D656E9FC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32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627808" y="4631239"/>
            <a:ext cx="37022469" cy="27766852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688715" y="4355306"/>
            <a:ext cx="13686503" cy="4228657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/>
          <p:cNvSpPr txBox="1"/>
          <p:nvPr/>
        </p:nvSpPr>
        <p:spPr>
          <a:xfrm>
            <a:off x="379841" y="500224"/>
            <a:ext cx="139953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 smtClean="0">
                <a:solidFill>
                  <a:schemeClr val="accent2">
                    <a:lumMod val="75000"/>
                  </a:schemeClr>
                </a:solidFill>
                <a:latin typeface="Berlin Sans FB Demi" panose="020E0802020502020306" pitchFamily="34" charset="0"/>
              </a:rPr>
              <a:t>TÍTULO PRINCIPAL DEL PROYECTO</a:t>
            </a:r>
            <a:r>
              <a:rPr lang="es-ES" sz="6000" dirty="0" smtClean="0">
                <a:solidFill>
                  <a:schemeClr val="accent2">
                    <a:lumMod val="75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es-ES" sz="6000" i="1" dirty="0" smtClean="0">
                <a:solidFill>
                  <a:schemeClr val="accent2">
                    <a:lumMod val="75000"/>
                  </a:schemeClr>
                </a:solidFill>
                <a:latin typeface="Berlin Sans FB Demi" panose="020E0802020502020306" pitchFamily="34" charset="0"/>
              </a:rPr>
              <a:t>nota principal aclaratoria</a:t>
            </a:r>
            <a:r>
              <a:rPr lang="es-ES" sz="6000" dirty="0" smtClean="0">
                <a:solidFill>
                  <a:schemeClr val="accent2">
                    <a:lumMod val="75000"/>
                  </a:schemeClr>
                </a:solidFill>
                <a:latin typeface="Berlin Sans FB Demi" panose="020E0802020502020306" pitchFamily="34" charset="0"/>
              </a:rPr>
              <a:t>.</a:t>
            </a:r>
            <a:endParaRPr lang="es-ES" sz="6000" dirty="0" smtClean="0">
              <a:solidFill>
                <a:schemeClr val="accent2">
                  <a:lumMod val="75000"/>
                </a:schemeClr>
              </a:solidFill>
              <a:latin typeface="Berlin Sans FB Demi" panose="020E0802020502020306" pitchFamily="34" charset="0"/>
            </a:endParaRPr>
          </a:p>
          <a:p>
            <a:pPr algn="ctr"/>
            <a:r>
              <a:rPr lang="es-ES" sz="6000" dirty="0" smtClean="0">
                <a:solidFill>
                  <a:schemeClr val="accent2">
                    <a:lumMod val="75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es-ES" sz="6000" dirty="0" smtClean="0">
                <a:solidFill>
                  <a:schemeClr val="accent2">
                    <a:lumMod val="75000"/>
                  </a:schemeClr>
                </a:solidFill>
                <a:latin typeface="Berlin Sans FB Demi" panose="020E0802020502020306" pitchFamily="34" charset="0"/>
              </a:rPr>
              <a:t>SU</a:t>
            </a:r>
            <a:r>
              <a:rPr lang="es-ES" sz="6000" dirty="0" smtClean="0">
                <a:solidFill>
                  <a:schemeClr val="accent2">
                    <a:lumMod val="75000"/>
                  </a:schemeClr>
                </a:solidFill>
                <a:latin typeface="Berlin Sans FB Demi" panose="020E0802020502020306" pitchFamily="34" charset="0"/>
              </a:rPr>
              <a:t>BTÍTULO DEL PROYECTO</a:t>
            </a:r>
            <a:endParaRPr lang="es-ES" sz="6000" dirty="0">
              <a:solidFill>
                <a:schemeClr val="accent2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-114698" y="3571876"/>
            <a:ext cx="6533803" cy="9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s-ES" sz="4800" b="1" dirty="0" smtClean="0">
                <a:solidFill>
                  <a:schemeClr val="accent2">
                    <a:lumMod val="75000"/>
                  </a:schemeClr>
                </a:solidFill>
              </a:rPr>
              <a:t>INTRODUCCIÓN</a:t>
            </a:r>
            <a:endParaRPr lang="es-ES" sz="4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5004348" y="4389868"/>
            <a:ext cx="912616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El objetivo de este Poster es dar a conocer a los compañeros, a los alumnos de otros cursos, y a las empresas, los proyectos Fin de Ciclo que se realizan en nuestro Centro.</a:t>
            </a:r>
            <a:endParaRPr lang="es-ES" sz="2400" dirty="0" smtClean="0">
              <a:latin typeface="Myriad Pro" panose="020B0503030403020204" pitchFamily="34" charset="0"/>
              <a:ea typeface="Calibri" pitchFamily="34" charset="0"/>
              <a:cs typeface="Times New Roman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Objetivo 2 del 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proyecto. </a:t>
            </a:r>
            <a:endParaRPr lang="es-ES" sz="2400" dirty="0">
              <a:latin typeface="Myriad Pro" panose="020B0503030403020204" pitchFamily="34" charset="0"/>
              <a:cs typeface="Arial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Objetivo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3 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del proyecto. </a:t>
            </a:r>
            <a:endParaRPr lang="es-ES" sz="2400" dirty="0">
              <a:latin typeface="Myriad Pro" panose="020B0503030403020204" pitchFamily="34" charset="0"/>
              <a:cs typeface="Arial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Objetivo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4 del 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proyecto. </a:t>
            </a:r>
            <a:endParaRPr lang="es-ES" sz="2400" dirty="0">
              <a:latin typeface="Myriad Pro" panose="020B0503030403020204" pitchFamily="34" charset="0"/>
              <a:cs typeface="Arial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Objetivo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5 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del proyecto. </a:t>
            </a:r>
            <a:endParaRPr lang="es-ES" sz="2400" dirty="0">
              <a:latin typeface="Myriad Pro" panose="020B0503030403020204" pitchFamily="34" charset="0"/>
              <a:cs typeface="Arial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Objetivo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6 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del proyecto. </a:t>
            </a:r>
            <a:endParaRPr lang="es-ES" sz="2400" dirty="0">
              <a:latin typeface="Myriad Pro" panose="020B0503030403020204" pitchFamily="34" charset="0"/>
              <a:cs typeface="Arial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Objetivo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7 del 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proyecto. </a:t>
            </a:r>
            <a:endParaRPr lang="es-ES" sz="2400" dirty="0">
              <a:latin typeface="Myriad Pro" panose="020B0503030403020204" pitchFamily="34" charset="0"/>
              <a:cs typeface="Arial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Objetivo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8 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del proyecto. </a:t>
            </a:r>
            <a:endParaRPr lang="es-ES" sz="2400" dirty="0">
              <a:latin typeface="Myriad Pro" panose="020B0503030403020204" pitchFamily="34" charset="0"/>
              <a:cs typeface="Arial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Objetivo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9 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del proyecto. </a:t>
            </a:r>
            <a:endParaRPr lang="es-ES" sz="2400" dirty="0">
              <a:latin typeface="Myriad Pro" panose="020B0503030403020204" pitchFamily="34" charset="0"/>
              <a:cs typeface="Arial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Objetivo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10 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del proyecto. </a:t>
            </a:r>
            <a:endParaRPr lang="es-ES" sz="2400" dirty="0">
              <a:latin typeface="Myriad Pro" panose="020B0503030403020204" pitchFamily="34" charset="0"/>
              <a:cs typeface="Arial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1506605" y="270130"/>
            <a:ext cx="1022671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035272" y="30881831"/>
            <a:ext cx="12684514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Puesta en valor del Proyecto</a:t>
            </a:r>
            <a:r>
              <a:rPr kumimoji="0" lang="es-E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yriad Pro" panose="020B0503030403020204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Coste económico</a:t>
            </a: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yriad Pro" panose="020B0503030403020204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yriad Pro" panose="020B0503030403020204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Reflejo de innovación</a:t>
            </a: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del Proyecto</a:t>
            </a:r>
            <a:r>
              <a:rPr kumimoji="0" lang="es-E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yriad Pro" panose="020B0503030403020204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yriad Pro" panose="020B0503030403020204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Mejoras que se pueden realizar en el Proyecto</a:t>
            </a:r>
            <a:endParaRPr lang="es-ES" sz="2400" dirty="0">
              <a:latin typeface="Myriad Pro" panose="020B0503030403020204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yriad Pro" panose="020B0503030403020204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sz="2400" dirty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s-ES" sz="2400" dirty="0" smtClean="0"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Dificultades encontradas en su elaboración</a:t>
            </a:r>
            <a:r>
              <a:rPr kumimoji="0" lang="es-E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yriad Pro" panose="020B0503030403020204" pitchFamily="34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yriad Pro" panose="020B0503030403020204" pitchFamily="34" charset="0"/>
              <a:cs typeface="Times New Roman" pitchFamily="18" charset="0"/>
            </a:endParaRPr>
          </a:p>
        </p:txBody>
      </p:sp>
      <p:sp>
        <p:nvSpPr>
          <p:cNvPr id="33" name="32 CuadroTexto"/>
          <p:cNvSpPr txBox="1"/>
          <p:nvPr/>
        </p:nvSpPr>
        <p:spPr>
          <a:xfrm>
            <a:off x="1060983" y="4611597"/>
            <a:ext cx="129419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Una propuesta de formato. </a:t>
            </a:r>
          </a:p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Con esta Plantilla se pretende dar una propuesta de formato para la presentación del Poster de Presentación del Proyecto Final del Ciclo. </a:t>
            </a:r>
            <a:endParaRPr lang="es-ES" sz="2400" dirty="0">
              <a:latin typeface="Myriad Pro" panose="020B0503030403020204" pitchFamily="34" charset="0"/>
              <a:cs typeface="Times New Roman" pitchFamily="18" charset="0"/>
            </a:endParaRPr>
          </a:p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Esta propuesta puede y debe ser modificada a gusto de cada alumno ya que está realizada en </a:t>
            </a:r>
            <a:r>
              <a:rPr lang="es-ES" sz="2400" dirty="0" err="1" smtClean="0">
                <a:latin typeface="Myriad Pro" panose="020B0503030403020204" pitchFamily="34" charset="0"/>
                <a:cs typeface="Times New Roman" pitchFamily="18" charset="0"/>
              </a:rPr>
              <a:t>Power</a:t>
            </a: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 Point pudiéndola adecuar en tamaño ,  en apartados y en contenidos de las diferentes cajas, dando prioridad cada uno a lo que considere más importante.</a:t>
            </a:r>
            <a:endParaRPr lang="es-ES" sz="2400" dirty="0">
              <a:latin typeface="Myriad Pro" panose="020B0503030403020204" pitchFamily="34" charset="0"/>
              <a:cs typeface="Times New Roman" pitchFamily="18" charset="0"/>
            </a:endParaRPr>
          </a:p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El formato está preparado para que pueda ser impreso en tamaño A1, aunque también se deberá entregar una copia en A3 para confeccionar un BOOK de los Proyectos realizados. </a:t>
            </a:r>
            <a:endParaRPr lang="es-ES" sz="2400" dirty="0">
              <a:latin typeface="Myriad Pro" panose="020B0503030403020204" pitchFamily="34" charset="0"/>
              <a:cs typeface="Times New Roman" pitchFamily="18" charset="0"/>
            </a:endParaRPr>
          </a:p>
          <a:p>
            <a:pPr algn="just"/>
            <a:r>
              <a:rPr lang="es-ES" sz="2400" dirty="0">
                <a:latin typeface="Myriad Pro" panose="020B0503030403020204" pitchFamily="34" charset="0"/>
                <a:cs typeface="Times New Roman" pitchFamily="18" charset="0"/>
              </a:rPr>
              <a:t>Breve introducción general del proyecto. </a:t>
            </a:r>
          </a:p>
          <a:p>
            <a:pPr algn="just"/>
            <a:r>
              <a:rPr lang="es-ES" sz="2400" dirty="0">
                <a:latin typeface="Myriad Pro" panose="020B0503030403020204" pitchFamily="34" charset="0"/>
                <a:cs typeface="Times New Roman" pitchFamily="18" charset="0"/>
              </a:rPr>
              <a:t>Breve introducción general del proyecto. </a:t>
            </a:r>
          </a:p>
        </p:txBody>
      </p:sp>
      <p:sp>
        <p:nvSpPr>
          <p:cNvPr id="36" name="35 CuadroTexto"/>
          <p:cNvSpPr txBox="1"/>
          <p:nvPr/>
        </p:nvSpPr>
        <p:spPr>
          <a:xfrm>
            <a:off x="1641406" y="10629959"/>
            <a:ext cx="6641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>
                <a:latin typeface="Myriad Pro" panose="020B0503030403020204" pitchFamily="34" charset="0"/>
              </a:rPr>
              <a:t>Por qué este Proyecto</a:t>
            </a:r>
            <a:endParaRPr lang="es-ES" sz="2800" b="1" dirty="0">
              <a:latin typeface="Myriad Pro" panose="020B0503030403020204" pitchFamily="34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1641406" y="11186650"/>
            <a:ext cx="7398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Enumeración de las diferentes necesidades en la sociedad actual para que sea necesario la elaboración de este proyecto</a:t>
            </a:r>
            <a:endParaRPr lang="es-ES" sz="2400" dirty="0">
              <a:latin typeface="Myriad Pro" panose="020B0503030403020204" pitchFamily="34" charset="0"/>
              <a:cs typeface="Times New Roman" pitchFamily="18" charset="0"/>
            </a:endParaRPr>
          </a:p>
        </p:txBody>
      </p:sp>
      <p:sp>
        <p:nvSpPr>
          <p:cNvPr id="38" name="37 CuadroTexto"/>
          <p:cNvSpPr txBox="1"/>
          <p:nvPr/>
        </p:nvSpPr>
        <p:spPr>
          <a:xfrm>
            <a:off x="10654720" y="10295227"/>
            <a:ext cx="5270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 smtClean="0">
                <a:latin typeface="Myriad Pro" panose="020B0503030403020204" pitchFamily="34" charset="0"/>
                <a:cs typeface="Times New Roman" pitchFamily="18" charset="0"/>
              </a:rPr>
              <a:t>Paso 1 en la elaboración</a:t>
            </a:r>
            <a:endParaRPr lang="es-ES" sz="2400" dirty="0">
              <a:latin typeface="Myriad Pro" panose="020B0503030403020204" pitchFamily="34" charset="0"/>
              <a:cs typeface="Times New Roman" pitchFamily="18" charset="0"/>
            </a:endParaRPr>
          </a:p>
        </p:txBody>
      </p:sp>
      <p:sp>
        <p:nvSpPr>
          <p:cNvPr id="39" name="38 CuadroTexto"/>
          <p:cNvSpPr txBox="1"/>
          <p:nvPr/>
        </p:nvSpPr>
        <p:spPr>
          <a:xfrm>
            <a:off x="10654720" y="11371502"/>
            <a:ext cx="5270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Myriad Pro" panose="020B0503030403020204" pitchFamily="34" charset="0"/>
                <a:cs typeface="Times New Roman" pitchFamily="18" charset="0"/>
              </a:rPr>
              <a:t>P</a:t>
            </a:r>
            <a:r>
              <a:rPr lang="es-ES" sz="2400" b="1" dirty="0" smtClean="0">
                <a:latin typeface="Myriad Pro" panose="020B0503030403020204" pitchFamily="34" charset="0"/>
                <a:cs typeface="Times New Roman" pitchFamily="18" charset="0"/>
              </a:rPr>
              <a:t>aso 2 en la elaboración</a:t>
            </a:r>
            <a:endParaRPr lang="es-ES" dirty="0">
              <a:latin typeface="Myriad Pro" panose="020B0503030403020204" pitchFamily="34" charset="0"/>
              <a:cs typeface="Times New Roman" pitchFamily="18" charset="0"/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10654721" y="13696181"/>
            <a:ext cx="52399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 smtClean="0">
                <a:latin typeface="Myriad Pro" panose="020B0503030403020204" pitchFamily="34" charset="0"/>
                <a:cs typeface="Times New Roman" pitchFamily="18" charset="0"/>
              </a:rPr>
              <a:t>Otros </a:t>
            </a:r>
            <a:r>
              <a:rPr lang="es-ES" sz="2400" b="1" dirty="0" smtClean="0">
                <a:latin typeface="Myriad Pro" panose="020B0503030403020204" pitchFamily="34" charset="0"/>
                <a:cs typeface="Times New Roman" pitchFamily="18" charset="0"/>
              </a:rPr>
              <a:t>pasos o incidencias</a:t>
            </a:r>
            <a:r>
              <a:rPr lang="es-ES" sz="2400" b="1" dirty="0" smtClean="0">
                <a:latin typeface="Myriad Pro" panose="020B0503030403020204" pitchFamily="34" charset="0"/>
                <a:cs typeface="Times New Roman" pitchFamily="18" charset="0"/>
              </a:rPr>
              <a:t> </a:t>
            </a: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:</a:t>
            </a:r>
          </a:p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 </a:t>
            </a: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- Incidencia1</a:t>
            </a:r>
            <a:endParaRPr lang="es-ES" sz="2400" dirty="0" smtClean="0">
              <a:latin typeface="Myriad Pro" panose="020B0503030403020204" pitchFamily="34" charset="0"/>
              <a:cs typeface="Times New Roman" pitchFamily="18" charset="0"/>
            </a:endParaRPr>
          </a:p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 - </a:t>
            </a: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Incidencia2</a:t>
            </a:r>
            <a:endParaRPr lang="es-ES" sz="2400" i="1" dirty="0" smtClean="0">
              <a:latin typeface="Myriad Pro" panose="020B0503030403020204" pitchFamily="34" charset="0"/>
              <a:cs typeface="Times New Roman" pitchFamily="18" charset="0"/>
            </a:endParaRPr>
          </a:p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 - </a:t>
            </a: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Otras incidencias</a:t>
            </a:r>
            <a:endParaRPr lang="es-ES" sz="2400" dirty="0" smtClean="0">
              <a:latin typeface="Myriad Pro" panose="020B0503030403020204" pitchFamily="34" charset="0"/>
              <a:cs typeface="Times New Roman" pitchFamily="18" charset="0"/>
            </a:endParaRPr>
          </a:p>
          <a:p>
            <a:endParaRPr lang="es-E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s-E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s-E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s-E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41 CuadroTexto"/>
          <p:cNvSpPr txBox="1"/>
          <p:nvPr/>
        </p:nvSpPr>
        <p:spPr>
          <a:xfrm>
            <a:off x="1641406" y="18166152"/>
            <a:ext cx="6328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>
                <a:latin typeface="Myriad Pro" panose="020B0503030403020204" pitchFamily="34" charset="0"/>
              </a:rPr>
              <a:t>Técnicas y materiales usados en el Proyecto</a:t>
            </a:r>
            <a:endParaRPr lang="es-ES" sz="2800" b="1" dirty="0">
              <a:latin typeface="Myriad Pro" panose="020B0503030403020204" pitchFamily="34" charset="0"/>
            </a:endParaRPr>
          </a:p>
        </p:txBody>
      </p:sp>
      <p:sp>
        <p:nvSpPr>
          <p:cNvPr id="43" name="42 CuadroTexto"/>
          <p:cNvSpPr txBox="1"/>
          <p:nvPr/>
        </p:nvSpPr>
        <p:spPr>
          <a:xfrm>
            <a:off x="1641406" y="18770253"/>
            <a:ext cx="7398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Descripción de las Técnicas </a:t>
            </a:r>
            <a:r>
              <a:rPr lang="es-ES" sz="2400" dirty="0">
                <a:latin typeface="Myriad Pro" panose="020B0503030403020204" pitchFamily="34" charset="0"/>
                <a:cs typeface="Times New Roman" pitchFamily="18" charset="0"/>
              </a:rPr>
              <a:t>,</a:t>
            </a: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 materiales y herramientas  usadas para el </a:t>
            </a: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desarrollo del Proyecto:</a:t>
            </a:r>
            <a:endParaRPr lang="es-ES" sz="2400" dirty="0">
              <a:latin typeface="Myriad Pro" panose="020B0503030403020204" pitchFamily="34" charset="0"/>
              <a:cs typeface="Times New Roman" pitchFamily="18" charset="0"/>
            </a:endParaRPr>
          </a:p>
        </p:txBody>
      </p:sp>
      <p:sp>
        <p:nvSpPr>
          <p:cNvPr id="44" name="43 CuadroTexto"/>
          <p:cNvSpPr txBox="1"/>
          <p:nvPr/>
        </p:nvSpPr>
        <p:spPr>
          <a:xfrm>
            <a:off x="10194631" y="18021344"/>
            <a:ext cx="49329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-Procesos singulares o notables en la elaboración del Proyecto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- Otro proceso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-Otro acompañado de una fotografía</a:t>
            </a:r>
            <a:endParaRPr lang="es-ES" sz="2400" dirty="0" smtClean="0">
              <a:latin typeface="Myriad Pro" panose="020B0503030403020204" pitchFamily="34" charset="0"/>
              <a:cs typeface="Times New Roman" pitchFamily="18" charset="0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1641406" y="24448119"/>
            <a:ext cx="5173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>
                <a:latin typeface="Myriad Pro" panose="020B0503030403020204" pitchFamily="34" charset="0"/>
                <a:cs typeface="Times New Roman" pitchFamily="18" charset="0"/>
              </a:rPr>
              <a:t>EL proyecto en funcionamiento</a:t>
            </a:r>
            <a:endParaRPr lang="es-ES" sz="2800" b="1" dirty="0">
              <a:latin typeface="Myriad Pro" panose="020B0503030403020204" pitchFamily="34" charset="0"/>
              <a:cs typeface="Times New Roman" pitchFamily="18" charset="0"/>
            </a:endParaRPr>
          </a:p>
        </p:txBody>
      </p:sp>
      <p:sp>
        <p:nvSpPr>
          <p:cNvPr id="47" name="46 CuadroTexto"/>
          <p:cNvSpPr txBox="1"/>
          <p:nvPr/>
        </p:nvSpPr>
        <p:spPr>
          <a:xfrm>
            <a:off x="1641406" y="25125067"/>
            <a:ext cx="7398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 smtClean="0">
                <a:latin typeface="Myriad Pro" panose="020B0503030403020204" pitchFamily="34" charset="0"/>
                <a:cs typeface="Times New Roman" pitchFamily="18" charset="0"/>
              </a:rPr>
              <a:t>Descripción del uso del Proyecto, y breve descripción, en su caso del manual de </a:t>
            </a:r>
            <a:r>
              <a:rPr lang="es-ES" sz="2400" dirty="0" err="1" smtClean="0">
                <a:latin typeface="Myriad Pro" panose="020B0503030403020204" pitchFamily="34" charset="0"/>
                <a:cs typeface="Times New Roman" pitchFamily="18" charset="0"/>
              </a:rPr>
              <a:t>usuari</a:t>
            </a:r>
            <a:endParaRPr lang="es-ES" sz="2400" dirty="0">
              <a:latin typeface="Myriad Pro" panose="020B0503030403020204" pitchFamily="34" charset="0"/>
              <a:cs typeface="Times New Roman" pitchFamily="18" charset="0"/>
            </a:endParaRPr>
          </a:p>
        </p:txBody>
      </p:sp>
      <p:sp>
        <p:nvSpPr>
          <p:cNvPr id="48" name="47 CuadroTexto"/>
          <p:cNvSpPr txBox="1"/>
          <p:nvPr/>
        </p:nvSpPr>
        <p:spPr>
          <a:xfrm>
            <a:off x="17381510" y="25004263"/>
            <a:ext cx="52698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 smtClean="0">
                <a:latin typeface="Myriad Pro" panose="020B0503030403020204" pitchFamily="34" charset="0"/>
                <a:cs typeface="Times New Roman" pitchFamily="18" charset="0"/>
              </a:rPr>
              <a:t>Descripción foto detalle 1</a:t>
            </a:r>
            <a:endParaRPr lang="es-ES" sz="2400" b="1" dirty="0" smtClean="0">
              <a:latin typeface="Myriad Pro" panose="020B0503030403020204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s-ES" sz="2400" b="1" dirty="0" smtClean="0">
              <a:latin typeface="Myriad Pro" panose="020B0503030403020204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s-ES" sz="2400" b="1" dirty="0" smtClean="0">
                <a:latin typeface="Myriad Pro" panose="020B0503030403020204" pitchFamily="34" charset="0"/>
                <a:cs typeface="Times New Roman" pitchFamily="18" charset="0"/>
              </a:rPr>
              <a:t>Descripción foto detalle 2</a:t>
            </a:r>
            <a:endParaRPr lang="es-ES" sz="2400" b="1" dirty="0" smtClean="0">
              <a:latin typeface="Myriad Pro" panose="020B0503030403020204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s-ES" sz="2400" b="1" dirty="0">
              <a:latin typeface="Myriad Pro" panose="020B0503030403020204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s-ES" sz="2400" b="1" dirty="0" smtClean="0">
                <a:latin typeface="Myriad Pro" panose="020B0503030403020204" pitchFamily="34" charset="0"/>
                <a:cs typeface="Times New Roman" pitchFamily="18" charset="0"/>
              </a:rPr>
              <a:t>Descripción foto detalle </a:t>
            </a:r>
            <a:r>
              <a:rPr lang="es-ES" sz="2400" b="1" dirty="0">
                <a:latin typeface="Myriad Pro" panose="020B0503030403020204" pitchFamily="34" charset="0"/>
                <a:cs typeface="Times New Roman" pitchFamily="18" charset="0"/>
              </a:rPr>
              <a:t>3</a:t>
            </a:r>
            <a:endParaRPr lang="es-ES" sz="2400" b="1" dirty="0">
              <a:latin typeface="Myriad Pro" panose="020B0503030403020204" pitchFamily="34" charset="0"/>
              <a:cs typeface="Times New Roman" pitchFamily="18" charset="0"/>
            </a:endParaRPr>
          </a:p>
        </p:txBody>
      </p:sp>
      <p:sp>
        <p:nvSpPr>
          <p:cNvPr id="34" name="Rectángulo 33"/>
          <p:cNvSpPr/>
          <p:nvPr/>
        </p:nvSpPr>
        <p:spPr>
          <a:xfrm>
            <a:off x="14806363" y="4353032"/>
            <a:ext cx="9603608" cy="4228657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13 CuadroTexto"/>
          <p:cNvSpPr txBox="1"/>
          <p:nvPr/>
        </p:nvSpPr>
        <p:spPr>
          <a:xfrm>
            <a:off x="14002949" y="3569602"/>
            <a:ext cx="6533803" cy="9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s-ES" sz="4800" b="1" dirty="0" smtClean="0">
                <a:solidFill>
                  <a:schemeClr val="accent2">
                    <a:lumMod val="75000"/>
                  </a:schemeClr>
                </a:solidFill>
              </a:rPr>
              <a:t>OBJETIVOS</a:t>
            </a:r>
            <a:endParaRPr lang="es-ES" sz="4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Rectángulo 40"/>
          <p:cNvSpPr/>
          <p:nvPr/>
        </p:nvSpPr>
        <p:spPr>
          <a:xfrm>
            <a:off x="688715" y="9729117"/>
            <a:ext cx="23721256" cy="19325205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13 CuadroTexto"/>
          <p:cNvSpPr txBox="1"/>
          <p:nvPr/>
        </p:nvSpPr>
        <p:spPr>
          <a:xfrm>
            <a:off x="-114698" y="8945688"/>
            <a:ext cx="8368361" cy="9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s-ES" sz="4800" b="1" dirty="0" smtClean="0">
                <a:solidFill>
                  <a:schemeClr val="accent2">
                    <a:lumMod val="75000"/>
                  </a:schemeClr>
                </a:solidFill>
              </a:rPr>
              <a:t>DESARROLLO Y </a:t>
            </a:r>
            <a:r>
              <a:rPr lang="es-ES" sz="4800" b="1" dirty="0" smtClean="0">
                <a:solidFill>
                  <a:schemeClr val="accent2">
                    <a:lumMod val="75000"/>
                  </a:schemeClr>
                </a:solidFill>
              </a:rPr>
              <a:t>RESULTADOS</a:t>
            </a:r>
            <a:endParaRPr lang="es-ES" sz="4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Rectángulo 49"/>
          <p:cNvSpPr/>
          <p:nvPr/>
        </p:nvSpPr>
        <p:spPr>
          <a:xfrm>
            <a:off x="688715" y="30047081"/>
            <a:ext cx="13686503" cy="5344845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13 CuadroTexto"/>
          <p:cNvSpPr txBox="1"/>
          <p:nvPr/>
        </p:nvSpPr>
        <p:spPr>
          <a:xfrm>
            <a:off x="-221735" y="29235076"/>
            <a:ext cx="10367712" cy="9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s-ES" sz="4800" b="1" dirty="0" smtClean="0">
                <a:solidFill>
                  <a:schemeClr val="accent2">
                    <a:lumMod val="75000"/>
                  </a:schemeClr>
                </a:solidFill>
              </a:rPr>
              <a:t>VALORACIONES SOBRE EL PROYECTO</a:t>
            </a:r>
            <a:endParaRPr lang="es-ES" sz="4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4806364" y="30012210"/>
            <a:ext cx="9603608" cy="5344845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13 CuadroTexto"/>
          <p:cNvSpPr txBox="1"/>
          <p:nvPr/>
        </p:nvSpPr>
        <p:spPr>
          <a:xfrm>
            <a:off x="14002950" y="29171630"/>
            <a:ext cx="10407021" cy="9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s-ES" sz="4800" b="1" dirty="0" smtClean="0">
                <a:solidFill>
                  <a:schemeClr val="accent2">
                    <a:lumMod val="75000"/>
                  </a:schemeClr>
                </a:solidFill>
              </a:rPr>
              <a:t>REFERENCIAS DE OTROS PROYECTOS</a:t>
            </a:r>
            <a:endParaRPr lang="es-ES" sz="4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1" name="Conector recto de flecha 60"/>
          <p:cNvCxnSpPr/>
          <p:nvPr/>
        </p:nvCxnSpPr>
        <p:spPr>
          <a:xfrm>
            <a:off x="9851307" y="10514758"/>
            <a:ext cx="803413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de flecha 67"/>
          <p:cNvCxnSpPr/>
          <p:nvPr/>
        </p:nvCxnSpPr>
        <p:spPr>
          <a:xfrm>
            <a:off x="9851307" y="11581558"/>
            <a:ext cx="803413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/>
          <p:cNvCxnSpPr/>
          <p:nvPr/>
        </p:nvCxnSpPr>
        <p:spPr>
          <a:xfrm>
            <a:off x="9851307" y="14096158"/>
            <a:ext cx="80341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>
            <a:off x="9851307" y="10514758"/>
            <a:ext cx="0" cy="35814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/>
          <p:cNvCxnSpPr/>
          <p:nvPr/>
        </p:nvCxnSpPr>
        <p:spPr>
          <a:xfrm>
            <a:off x="9423282" y="13377895"/>
            <a:ext cx="428025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ángulo 73"/>
          <p:cNvSpPr/>
          <p:nvPr/>
        </p:nvSpPr>
        <p:spPr>
          <a:xfrm>
            <a:off x="1390650" y="10277780"/>
            <a:ext cx="8032632" cy="720744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Rectángulo 80"/>
          <p:cNvSpPr/>
          <p:nvPr/>
        </p:nvSpPr>
        <p:spPr>
          <a:xfrm>
            <a:off x="16341213" y="10276017"/>
            <a:ext cx="7622222" cy="564408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2" name="Rectángulo 81"/>
          <p:cNvSpPr/>
          <p:nvPr/>
        </p:nvSpPr>
        <p:spPr>
          <a:xfrm>
            <a:off x="1417495" y="17990880"/>
            <a:ext cx="8032632" cy="5835305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Rectángulo 82"/>
          <p:cNvSpPr/>
          <p:nvPr/>
        </p:nvSpPr>
        <p:spPr>
          <a:xfrm>
            <a:off x="16341213" y="16289514"/>
            <a:ext cx="7622222" cy="75366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4" name="Conector recto de flecha 83"/>
          <p:cNvCxnSpPr/>
          <p:nvPr/>
        </p:nvCxnSpPr>
        <p:spPr>
          <a:xfrm>
            <a:off x="9899432" y="17990881"/>
            <a:ext cx="1583110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/>
          <p:cNvCxnSpPr/>
          <p:nvPr/>
        </p:nvCxnSpPr>
        <p:spPr>
          <a:xfrm>
            <a:off x="9923495" y="23826186"/>
            <a:ext cx="6399207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/>
          <p:cNvCxnSpPr/>
          <p:nvPr/>
        </p:nvCxnSpPr>
        <p:spPr>
          <a:xfrm>
            <a:off x="9923495" y="17968093"/>
            <a:ext cx="0" cy="588935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/>
          <p:cNvCxnSpPr/>
          <p:nvPr/>
        </p:nvCxnSpPr>
        <p:spPr>
          <a:xfrm>
            <a:off x="9450127" y="20827430"/>
            <a:ext cx="473368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ángulo 93"/>
          <p:cNvSpPr/>
          <p:nvPr/>
        </p:nvSpPr>
        <p:spPr>
          <a:xfrm>
            <a:off x="1438654" y="24330481"/>
            <a:ext cx="8032632" cy="4151126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Rectángulo 94"/>
          <p:cNvSpPr/>
          <p:nvPr/>
        </p:nvSpPr>
        <p:spPr>
          <a:xfrm>
            <a:off x="9903354" y="24331365"/>
            <a:ext cx="6437860" cy="4151126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6" name="Conector recto de flecha 95"/>
          <p:cNvCxnSpPr/>
          <p:nvPr/>
        </p:nvCxnSpPr>
        <p:spPr>
          <a:xfrm>
            <a:off x="9471286" y="26436733"/>
            <a:ext cx="424471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/>
          <p:cNvCxnSpPr/>
          <p:nvPr/>
        </p:nvCxnSpPr>
        <p:spPr>
          <a:xfrm>
            <a:off x="16323792" y="26436733"/>
            <a:ext cx="1057718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de flecha 100"/>
          <p:cNvCxnSpPr/>
          <p:nvPr/>
        </p:nvCxnSpPr>
        <p:spPr>
          <a:xfrm flipV="1">
            <a:off x="16348811" y="25421368"/>
            <a:ext cx="1032699" cy="995263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de flecha 103"/>
          <p:cNvCxnSpPr/>
          <p:nvPr/>
        </p:nvCxnSpPr>
        <p:spPr>
          <a:xfrm>
            <a:off x="16348811" y="26436733"/>
            <a:ext cx="1032699" cy="1069901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9"/>
          <p:cNvSpPr>
            <a:spLocks noChangeArrowheads="1"/>
          </p:cNvSpPr>
          <p:nvPr/>
        </p:nvSpPr>
        <p:spPr bwMode="auto">
          <a:xfrm>
            <a:off x="14911011" y="29786446"/>
            <a:ext cx="8835856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Myriad Pro" panose="020B0503030403020204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Myriad Pro" panose="020B0503030403020204" pitchFamily="34" charset="0"/>
              <a:cs typeface="Times New Roman" pitchFamily="18" charset="0"/>
            </a:endParaRPr>
          </a:p>
          <a:p>
            <a:pPr marL="342900" indent="-342900" algn="just" defTabSz="91440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s-ES" sz="2000" dirty="0" smtClean="0">
                <a:latin typeface="Myriad Pro" panose="020B0503030403020204" pitchFamily="34" charset="0"/>
                <a:cs typeface="Miriam Fixed" pitchFamily="49" charset="-79"/>
              </a:rPr>
              <a:t>Breve reseña e de otros proyectos similares que se hayan encontrado o que existan en el mercado.</a:t>
            </a:r>
          </a:p>
          <a:p>
            <a:pPr marL="342900" indent="-342900" algn="just" defTabSz="91440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s-ES" sz="2000" dirty="0" smtClean="0">
                <a:latin typeface="Myriad Pro" panose="020B0503030403020204" pitchFamily="34" charset="0"/>
                <a:cs typeface="Miriam Fixed" pitchFamily="49" charset="-79"/>
              </a:rPr>
              <a:t>...</a:t>
            </a:r>
          </a:p>
          <a:p>
            <a:pPr marL="342900" indent="-342900" algn="just" defTabSz="91440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s-ES" sz="2000" dirty="0">
              <a:latin typeface="Myriad Pro" panose="020B0503030403020204" pitchFamily="34" charset="0"/>
              <a:cs typeface="Miriam Fixed" pitchFamily="49" charset="-79"/>
            </a:endParaRPr>
          </a:p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endParaRPr lang="es-ES" sz="2000" dirty="0" smtClean="0">
              <a:latin typeface="Myriad Pro" panose="020B0503030403020204" pitchFamily="34" charset="0"/>
              <a:cs typeface="Miriam Fixed" pitchFamily="49" charset="-79"/>
            </a:endParaRPr>
          </a:p>
        </p:txBody>
      </p:sp>
      <p:sp>
        <p:nvSpPr>
          <p:cNvPr id="111" name="13 CuadroTexto"/>
          <p:cNvSpPr txBox="1"/>
          <p:nvPr/>
        </p:nvSpPr>
        <p:spPr>
          <a:xfrm>
            <a:off x="14806362" y="2573397"/>
            <a:ext cx="726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3600" dirty="0" smtClean="0">
                <a:solidFill>
                  <a:schemeClr val="accent2">
                    <a:lumMod val="75000"/>
                  </a:schemeClr>
                </a:solidFill>
                <a:latin typeface="Berlin Sans FB" panose="020E0602020502020306" pitchFamily="34" charset="0"/>
              </a:rPr>
              <a:t>Autor del Proyecto</a:t>
            </a:r>
            <a:endParaRPr lang="es-ES" sz="3600" b="1" dirty="0">
              <a:solidFill>
                <a:schemeClr val="accent2">
                  <a:lumMod val="75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112" name="13 CuadroTexto"/>
          <p:cNvSpPr txBox="1"/>
          <p:nvPr/>
        </p:nvSpPr>
        <p:spPr>
          <a:xfrm>
            <a:off x="13719786" y="1958917"/>
            <a:ext cx="8351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3600" dirty="0" smtClean="0">
                <a:solidFill>
                  <a:schemeClr val="accent2">
                    <a:lumMod val="75000"/>
                  </a:schemeClr>
                </a:solidFill>
                <a:latin typeface="Berlin Sans FB" panose="020E0602020502020306" pitchFamily="34" charset="0"/>
              </a:rPr>
              <a:t>Proyecto Fin de Ciclo  __nombre_ ciclo___</a:t>
            </a:r>
            <a:endParaRPr lang="es-ES" sz="3600" b="1" dirty="0">
              <a:solidFill>
                <a:schemeClr val="accent2">
                  <a:lumMod val="75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114" name="13 CuadroTexto"/>
          <p:cNvSpPr txBox="1"/>
          <p:nvPr/>
        </p:nvSpPr>
        <p:spPr>
          <a:xfrm>
            <a:off x="14826195" y="1272952"/>
            <a:ext cx="726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3600" dirty="0" smtClean="0">
                <a:solidFill>
                  <a:schemeClr val="accent2">
                    <a:lumMod val="75000"/>
                  </a:schemeClr>
                </a:solidFill>
                <a:latin typeface="Berlin Sans FB" panose="020E0602020502020306" pitchFamily="34" charset="0"/>
              </a:rPr>
              <a:t>Familia Profesional</a:t>
            </a:r>
            <a:endParaRPr lang="es-ES" sz="3600" b="1" dirty="0">
              <a:solidFill>
                <a:schemeClr val="accent2">
                  <a:lumMod val="75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115" name="13 CuadroTexto"/>
          <p:cNvSpPr txBox="1"/>
          <p:nvPr/>
        </p:nvSpPr>
        <p:spPr>
          <a:xfrm>
            <a:off x="14826195" y="586768"/>
            <a:ext cx="726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3600" dirty="0" smtClean="0">
                <a:solidFill>
                  <a:schemeClr val="accent2">
                    <a:lumMod val="75000"/>
                  </a:schemeClr>
                </a:solidFill>
                <a:latin typeface="Berlin Sans FB" panose="020E0602020502020306" pitchFamily="34" charset="0"/>
              </a:rPr>
              <a:t>CPIFP BAJO ARAGÓN de Alcañiz</a:t>
            </a:r>
            <a:endParaRPr lang="es-ES" sz="3600" b="1" dirty="0">
              <a:solidFill>
                <a:schemeClr val="accent2">
                  <a:lumMod val="75000"/>
                </a:schemeClr>
              </a:solidFill>
              <a:latin typeface="Berlin Sans FB" panose="020E0602020502020306" pitchFamily="34" charset="0"/>
            </a:endParaRPr>
          </a:p>
        </p:txBody>
      </p:sp>
      <p:cxnSp>
        <p:nvCxnSpPr>
          <p:cNvPr id="58" name="Conector recto de flecha 57"/>
          <p:cNvCxnSpPr/>
          <p:nvPr/>
        </p:nvCxnSpPr>
        <p:spPr>
          <a:xfrm>
            <a:off x="15894677" y="13892488"/>
            <a:ext cx="428025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59 CuadroTexto"/>
          <p:cNvSpPr txBox="1"/>
          <p:nvPr/>
        </p:nvSpPr>
        <p:spPr>
          <a:xfrm>
            <a:off x="15004348" y="32684632"/>
            <a:ext cx="7603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latin typeface="Myriad Pro" panose="020B0503030403020204" pitchFamily="34" charset="0"/>
              </a:rPr>
              <a:t>- Descripción del Plan de Futuro de este proyecto</a:t>
            </a:r>
            <a:r>
              <a:rPr lang="es-ES" sz="2000" dirty="0" smtClean="0">
                <a:latin typeface="Myriad Pro" panose="020B0503030403020204" pitchFamily="34" charset="0"/>
              </a:rPr>
              <a:t>.</a:t>
            </a:r>
            <a:endParaRPr lang="es-ES" sz="2000" dirty="0">
              <a:latin typeface="Myriad Pro" panose="020B0503030403020204" pitchFamily="34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2634" y="596213"/>
            <a:ext cx="2551635" cy="264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7269850" y="11126224"/>
            <a:ext cx="6009250" cy="1872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Imagen descriptiva1</a:t>
            </a:r>
            <a:endParaRPr lang="es-ES" dirty="0"/>
          </a:p>
        </p:txBody>
      </p:sp>
      <p:sp>
        <p:nvSpPr>
          <p:cNvPr id="67" name="66 CuadroTexto"/>
          <p:cNvSpPr txBox="1"/>
          <p:nvPr/>
        </p:nvSpPr>
        <p:spPr>
          <a:xfrm>
            <a:off x="16603543" y="16569586"/>
            <a:ext cx="6009250" cy="1872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Imágenes  descriptivas2</a:t>
            </a:r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3829050" y="13601700"/>
            <a:ext cx="4526867" cy="1872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Imagen del Proyecto</a:t>
            </a:r>
            <a:endParaRPr lang="es-ES" dirty="0"/>
          </a:p>
        </p:txBody>
      </p:sp>
      <p:sp>
        <p:nvSpPr>
          <p:cNvPr id="7" name="6 CuadroTexto"/>
          <p:cNvSpPr txBox="1"/>
          <p:nvPr/>
        </p:nvSpPr>
        <p:spPr>
          <a:xfrm>
            <a:off x="2533650" y="20912768"/>
            <a:ext cx="5720013" cy="27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Imagen de la elaboración del Proyecto</a:t>
            </a:r>
            <a:endParaRPr lang="es-ES" dirty="0"/>
          </a:p>
        </p:txBody>
      </p:sp>
      <p:sp>
        <p:nvSpPr>
          <p:cNvPr id="9" name="8 CuadroTexto"/>
          <p:cNvSpPr txBox="1"/>
          <p:nvPr/>
        </p:nvSpPr>
        <p:spPr>
          <a:xfrm>
            <a:off x="10837098" y="20766148"/>
            <a:ext cx="4572000" cy="27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Fotografías de la elaboración del proyecto</a:t>
            </a:r>
            <a:endParaRPr lang="es-ES" dirty="0"/>
          </a:p>
        </p:txBody>
      </p:sp>
      <p:sp>
        <p:nvSpPr>
          <p:cNvPr id="10" name="9 CuadroTexto"/>
          <p:cNvSpPr txBox="1"/>
          <p:nvPr/>
        </p:nvSpPr>
        <p:spPr>
          <a:xfrm>
            <a:off x="10502305" y="24580031"/>
            <a:ext cx="5239957" cy="365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Fotografía genérica del Proyecto  en funcionamiento</a:t>
            </a:r>
            <a:endParaRPr lang="es-ES" dirty="0"/>
          </a:p>
        </p:txBody>
      </p:sp>
      <p:sp>
        <p:nvSpPr>
          <p:cNvPr id="11" name="10 CuadroTexto"/>
          <p:cNvSpPr txBox="1"/>
          <p:nvPr/>
        </p:nvSpPr>
        <p:spPr>
          <a:xfrm>
            <a:off x="21355049" y="24941907"/>
            <a:ext cx="2391817" cy="9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FOTO1</a:t>
            </a:r>
            <a:endParaRPr lang="es-ES" dirty="0"/>
          </a:p>
        </p:txBody>
      </p:sp>
      <p:sp>
        <p:nvSpPr>
          <p:cNvPr id="15" name="14 CuadroTexto"/>
          <p:cNvSpPr txBox="1"/>
          <p:nvPr/>
        </p:nvSpPr>
        <p:spPr>
          <a:xfrm>
            <a:off x="21355050" y="25989426"/>
            <a:ext cx="2391817" cy="9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FOTO2</a:t>
            </a:r>
            <a:endParaRPr lang="es-ES" dirty="0"/>
          </a:p>
        </p:txBody>
      </p:sp>
      <p:sp>
        <p:nvSpPr>
          <p:cNvPr id="17" name="16 CuadroTexto"/>
          <p:cNvSpPr txBox="1"/>
          <p:nvPr/>
        </p:nvSpPr>
        <p:spPr>
          <a:xfrm>
            <a:off x="21431250" y="27071089"/>
            <a:ext cx="2239416" cy="9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FOTO3</a:t>
            </a:r>
            <a:endParaRPr lang="es-ES" dirty="0"/>
          </a:p>
        </p:txBody>
      </p:sp>
      <p:sp>
        <p:nvSpPr>
          <p:cNvPr id="18" name="17 CuadroTexto"/>
          <p:cNvSpPr txBox="1"/>
          <p:nvPr/>
        </p:nvSpPr>
        <p:spPr>
          <a:xfrm>
            <a:off x="22232634" y="3362546"/>
            <a:ext cx="2551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/>
              <a:t>CURSO 2016/2017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195762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466</TotalTime>
  <Words>468</Words>
  <Application>Microsoft Office PowerPoint</Application>
  <PresentationFormat>Personalizado</PresentationFormat>
  <Paragraphs>73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Angel</cp:lastModifiedBy>
  <cp:revision>54</cp:revision>
  <cp:lastPrinted>2017-04-26T17:15:17Z</cp:lastPrinted>
  <dcterms:created xsi:type="dcterms:W3CDTF">2017-02-09T11:04:52Z</dcterms:created>
  <dcterms:modified xsi:type="dcterms:W3CDTF">2017-04-26T17:17:30Z</dcterms:modified>
</cp:coreProperties>
</file>